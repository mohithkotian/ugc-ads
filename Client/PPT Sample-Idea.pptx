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86" r:id="rId2"/>
    <p:sldId id="296" r:id="rId3"/>
    <p:sldId id="294" r:id="rId4"/>
    <p:sldId id="297" r:id="rId5"/>
    <p:sldId id="298" r:id="rId6"/>
    <p:sldId id="280" r:id="rId7"/>
    <p:sldId id="28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DAA46-DFF9-4F1B-BF24-AAE0BFAC9A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E0676-EDEF-4944-83AB-55687F762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0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9782-C0A9-4991-9862-F04C42506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EED25-0A0B-4AC2-BB5B-342AEDC2F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AB91-457C-41CD-98CA-3B0929F16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09DC5-51BF-4210-B415-09DDF3FF0DD4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A4FD-D3BE-4238-8E56-894E9653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2C99F-E51C-4482-9512-00BC59F4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2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E1B7-FFEB-4C0C-9D2C-9F0E24D2A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8F102-D103-4497-AD19-1306A8D54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7D274-663B-4AA9-8626-355E94AE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3C4B-0280-4610-8555-9D79CF8E29E6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0A0CC-877F-4239-881F-A7CC45045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2E2F3-64BA-47A3-AADE-1B50463F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057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146F-2BA1-4DC6-AE4C-B243BDB8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48FC3-B8EC-4B76-95D9-E84154D2C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A7456-284E-4C8D-AACB-0259B2E5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9528-4492-4D1F-9C8F-7A24108D2EB5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B594B-AC94-4538-AB5C-3A5876AF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03431-F87E-4FF5-BB30-5642C644A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10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F591-0DE3-400D-9BAE-7D3C0BF8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A90D7-6CE4-4A8C-97B3-D41D54EF2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92CB7-54A6-413D-8DFB-7784C3CEF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A73E7-7FCA-43D6-A42D-E7144EED4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D940A-0074-4551-B698-13F79E7416DE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7A1D7-4160-4228-A517-3FA6F4FE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05236-BBA5-4332-B7A5-501ABC6C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18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B226-0174-4B78-B551-B58984DD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C5D74-F8C6-4A9E-A1BA-9E1D3156B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4F9D8-5D47-4427-BA92-7E3323786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CE9881-FF99-49E9-B692-E0630A4C5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65983-58E4-4B31-BFEB-F884B9C80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67667-6ABB-4D10-AFD2-D0F182480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360A9-79E4-4904-9ED5-D27FB0BF9D87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1214C5-B9C9-4ED2-B919-77AB8AD4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1160C-F16D-4E3B-8DD6-4CC4CA67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1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5525-7BB8-4EF8-8690-6EADE558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A92D3-AF4A-4BB2-8F31-D39C84D68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666C-BFD8-4E0C-AF40-1FB9B7BBFE74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554D0-AD10-46C3-B303-60BEDEDB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04F2B-8332-43B4-A0B2-54443A92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6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A6BACF-1655-4964-B8C9-BCFA68CA7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F7-3490-4A90-B5AD-60BE6BBC925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E0FCCC-A367-422A-BFC4-361B0B52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D5EB-35B0-46C6-A755-2E6E1DF8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88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C6DB-12E6-4583-8DDC-388EF549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6FF4E-5E65-45FC-8420-3F9F12C81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8D245-60A8-422C-A488-19411571A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96622-D3F9-41EE-B872-59D70562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85C8-7B56-4183-B5C0-8EB5656754E9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5DB36-F624-4F97-BDA8-86AD006C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10B16-B45A-4AD2-9D03-03398FA2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927E-EB6F-46C3-A449-05129DBE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6CB5D-6D2B-46AE-B670-6DFB4E726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90AAC-23FE-417F-8D8C-90DC01252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85848-0485-422F-9AA3-D5B647D0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4C4B-EC09-4EB8-A660-ED2C21BAD192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007A6-994E-4F44-943A-AC4CCD3F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6B49C-0DD6-485D-83F1-6AEDCEA6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0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7E18-1828-4FDE-A8DF-866ED07D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0677C-89DA-4511-8F7D-4F4EB800C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A9A81-E083-48FB-BB65-31103153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27A9-896F-4B05-BDD2-EEC0EAD7A24F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F9F82-B634-458C-9A06-0D2D2B88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59905-1065-482B-B8E8-406F2C0B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2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968803-5E77-4292-ACB3-3E5C3A92A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3D33B-6C09-46DC-A447-38801189D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8CBA6-FC43-4EA6-84AF-C9E543AB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45D4-5DA4-4F10-B0A1-D51BAB61FCF2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A1501-BD77-4518-A7D0-3A176962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8E70A-1585-40F0-952D-CB32DF29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51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D06E7-9784-41F8-B480-C3A49F1FD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CD31F-BFF6-40C3-978B-936F7149C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D753E-17AE-46C0-B028-681F9CD11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36369-0B64-436B-8E09-FBB1FB0EE2EB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5D8A1-A12B-4614-A2DF-24CF39EDD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527AD-A261-415D-9738-C5FBF47B6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D5E12-F14B-470B-81FE-1C7AF1762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25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FD1C3-FCB4-2B43-158F-22D0498EF0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BBFEF-3B0E-9799-99F5-B2887CA76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27FBF4-63FB-395F-2913-F3E44EAC9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524000"/>
            <a:ext cx="11811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45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B033-4C92-FFC4-C6E6-E9F85A3B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Major Project Phase-1</a:t>
            </a:r>
            <a:br>
              <a:rPr lang="en-US" dirty="0"/>
            </a:br>
            <a:r>
              <a:rPr lang="en-US" dirty="0"/>
              <a:t>Idea Presentation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5975-10FE-D464-9288-8EBADD7E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3C4B-0280-4610-8555-9D79CF8E29E6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B5BFD-76A3-7D85-C098-810D6651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C801F-980B-BC17-997E-89349B08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9F7173D-1055-07CE-9BC2-C4B69A7C4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8904"/>
            <a:ext cx="10515600" cy="16557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latin typeface="Palatino Linotype" panose="02040502050505030304" pitchFamily="18" charset="0"/>
              </a:rPr>
              <a:t>Presented By:</a:t>
            </a:r>
          </a:p>
          <a:p>
            <a:pPr marL="0" indent="0" algn="ctr">
              <a:buNone/>
            </a:pPr>
            <a:r>
              <a:rPr lang="en-US" sz="2200" dirty="0">
                <a:latin typeface="Palatino Linotype" panose="02040502050505030304" pitchFamily="18" charset="0"/>
              </a:rPr>
              <a:t>Team Lead (4MW22CS)</a:t>
            </a:r>
          </a:p>
          <a:p>
            <a:pPr marL="0" indent="0" algn="ctr">
              <a:buNone/>
            </a:pPr>
            <a:r>
              <a:rPr lang="en-US" sz="2200" dirty="0">
                <a:latin typeface="Palatino Linotype" panose="02040502050505030304" pitchFamily="18" charset="0"/>
              </a:rPr>
              <a:t>m1 (4MW22CS)</a:t>
            </a:r>
          </a:p>
          <a:p>
            <a:pPr marL="0" indent="0" algn="ctr">
              <a:buNone/>
            </a:pPr>
            <a:r>
              <a:rPr lang="en-US" sz="2200" dirty="0">
                <a:latin typeface="Palatino Linotype" panose="02040502050505030304" pitchFamily="18" charset="0"/>
              </a:rPr>
              <a:t>m2 (4MW22CS)</a:t>
            </a:r>
          </a:p>
          <a:p>
            <a:pPr marL="0" indent="0" algn="ctr">
              <a:buNone/>
            </a:pPr>
            <a:r>
              <a:rPr lang="en-US" sz="2200" dirty="0">
                <a:latin typeface="Palatino Linotype" panose="02040502050505030304" pitchFamily="18" charset="0"/>
              </a:rPr>
              <a:t>m3 (4MW22CS0)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6963A5A-7B70-5233-4734-6456BCC14A77}"/>
              </a:ext>
            </a:extLst>
          </p:cNvPr>
          <p:cNvSpPr txBox="1">
            <a:spLocks/>
          </p:cNvSpPr>
          <p:nvPr/>
        </p:nvSpPr>
        <p:spPr>
          <a:xfrm>
            <a:off x="1524000" y="474955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Palatino Linotype" panose="02040502050505030304" pitchFamily="18" charset="0"/>
              </a:rPr>
              <a:t>Under the Guidance of</a:t>
            </a:r>
          </a:p>
          <a:p>
            <a:r>
              <a:rPr lang="en-US" dirty="0">
                <a:latin typeface="Palatino Linotype" panose="02040502050505030304" pitchFamily="18" charset="0"/>
              </a:rPr>
              <a:t>Dr./Mr./Ms. Name</a:t>
            </a:r>
          </a:p>
          <a:p>
            <a:r>
              <a:rPr lang="en-US" dirty="0">
                <a:latin typeface="Palatino Linotype" panose="02040502050505030304" pitchFamily="18" charset="0"/>
              </a:rPr>
              <a:t>Assistant/Associate Professor</a:t>
            </a:r>
          </a:p>
          <a:p>
            <a:r>
              <a:rPr lang="en-US" dirty="0">
                <a:latin typeface="Palatino Linotype" panose="02040502050505030304" pitchFamily="18" charset="0"/>
              </a:rPr>
              <a:t>Dept. of CSE</a:t>
            </a:r>
          </a:p>
          <a:p>
            <a:r>
              <a:rPr lang="en-US" dirty="0">
                <a:latin typeface="Palatino Linotype" panose="02040502050505030304" pitchFamily="18" charset="0"/>
              </a:rPr>
              <a:t>SMVITM, </a:t>
            </a:r>
            <a:r>
              <a:rPr lang="en-US" dirty="0" err="1">
                <a:latin typeface="Palatino Linotype" panose="02040502050505030304" pitchFamily="18" charset="0"/>
              </a:rPr>
              <a:t>Bantakal</a:t>
            </a: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18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06F6-3FA9-DA55-5FBA-ED3CFE4B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Idea-1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69679-90F2-0462-2F13-D460779C0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799"/>
            <a:ext cx="10515600" cy="5045071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Problem Statement:</a:t>
            </a:r>
          </a:p>
          <a:p>
            <a:pPr lvl="0"/>
            <a:r>
              <a:rPr lang="en-US" b="1" dirty="0"/>
              <a:t>Objectives:</a:t>
            </a:r>
          </a:p>
          <a:p>
            <a:pPr lvl="0"/>
            <a:endParaRPr lang="en-IN" dirty="0"/>
          </a:p>
          <a:p>
            <a:r>
              <a:rPr lang="en-US" b="1" dirty="0"/>
              <a:t>Concept: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Track: </a:t>
            </a:r>
            <a:r>
              <a:rPr lang="en-US" dirty="0"/>
              <a:t> </a:t>
            </a:r>
            <a:endParaRPr lang="en-IN" dirty="0"/>
          </a:p>
          <a:p>
            <a:r>
              <a:rPr lang="en-US" b="1" dirty="0"/>
              <a:t>Mapping SDG:</a:t>
            </a:r>
            <a:endParaRPr lang="en-IN" dirty="0"/>
          </a:p>
          <a:p>
            <a:r>
              <a:rPr lang="en-US" b="1" dirty="0"/>
              <a:t>Expected project outcomes (Tick One): Publications/ patents/ Industry applications/Other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10C2D-E238-3D42-8D3B-64C74806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89AE-3597-473E-BD8A-FAA63554A67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FC230-564E-FD58-0766-7DC28CD5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B17F4-B328-55C1-0F0D-1B5C7B3FB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22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3F239-89CF-4137-B019-BB99320D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BD99-6B19-3B42-0D26-65AE1CA2F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CD64C-E1A3-BAD7-5E7D-6376D6111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599"/>
            <a:ext cx="10515600" cy="5121271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Problem Statement:</a:t>
            </a:r>
          </a:p>
          <a:p>
            <a:r>
              <a:rPr lang="en-US" b="1" dirty="0"/>
              <a:t>Objectives:</a:t>
            </a:r>
          </a:p>
          <a:p>
            <a:pPr lvl="0"/>
            <a:endParaRPr lang="en-IN" dirty="0"/>
          </a:p>
          <a:p>
            <a:r>
              <a:rPr lang="en-US" b="1" dirty="0"/>
              <a:t>Concept: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Track: </a:t>
            </a:r>
            <a:r>
              <a:rPr lang="en-US" dirty="0"/>
              <a:t> </a:t>
            </a:r>
            <a:endParaRPr lang="en-IN" dirty="0"/>
          </a:p>
          <a:p>
            <a:r>
              <a:rPr lang="en-US" b="1" dirty="0"/>
              <a:t>Mapping SDG:</a:t>
            </a:r>
            <a:endParaRPr lang="en-IN" dirty="0"/>
          </a:p>
          <a:p>
            <a:r>
              <a:rPr lang="en-US" b="1" dirty="0"/>
              <a:t>Expected project outcomes (Tick One): Publications/ patents/ Industry applications/Other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BE479-2D3E-C1AC-D34E-8287EA45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89AE-3597-473E-BD8A-FAA63554A67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ADBDB-433F-C4E5-ACB0-D689E5B61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0FB1-7D3D-3B6D-1257-016720E5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02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71F29-4758-5E07-E90F-EAC394C13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C1F8-2C03-6610-F287-8A986623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Idea-3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E9DD-38C2-D67B-1C76-358FCF21F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121271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Problem Statement:</a:t>
            </a:r>
          </a:p>
          <a:p>
            <a:r>
              <a:rPr lang="en-US" b="1" dirty="0"/>
              <a:t>Objectives:</a:t>
            </a:r>
          </a:p>
          <a:p>
            <a:pPr lvl="0"/>
            <a:endParaRPr lang="en-IN" dirty="0"/>
          </a:p>
          <a:p>
            <a:r>
              <a:rPr lang="en-US" b="1" dirty="0"/>
              <a:t>Concept: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Track: </a:t>
            </a:r>
            <a:r>
              <a:rPr lang="en-US" dirty="0"/>
              <a:t> </a:t>
            </a:r>
            <a:endParaRPr lang="en-IN" dirty="0"/>
          </a:p>
          <a:p>
            <a:r>
              <a:rPr lang="en-US" b="1" dirty="0"/>
              <a:t>Mapping SDG:</a:t>
            </a:r>
            <a:endParaRPr lang="en-IN" dirty="0"/>
          </a:p>
          <a:p>
            <a:r>
              <a:rPr lang="en-US" b="1" dirty="0"/>
              <a:t>Expected project outcomes (Tick One): Publications/ patents/ Industry applications/Other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5B4B6-5F84-7CD3-A20C-F16AECAB3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89AE-3597-473E-BD8A-FAA63554A67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54BBC-0156-AFC8-22D5-21B45311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BCS685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AEBE4-568B-127E-6B21-B602BEB1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8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603C-9C82-40DD-B1F0-966A935A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Any Queries?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9E6CB-C6ED-4309-8E90-F31676F4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D5DB0-8EE4-43C6-9329-4247859DD49A}" type="datetime1">
              <a:rPr lang="en-US" smtClean="0">
                <a:latin typeface="Palatino Linotype" panose="02040502050505030304" pitchFamily="18" charset="0"/>
              </a:rPr>
              <a:t>2/16/2026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FA3FE-9D77-406E-96F6-FC944D1B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Palatino Linotype" panose="02040502050505030304" pitchFamily="18" charset="0"/>
              </a:rPr>
              <a:t>BCS685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DE09C-8510-47AC-BFE5-F1372A81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>
                <a:latin typeface="Palatino Linotype" panose="02040502050505030304" pitchFamily="18" charset="0"/>
              </a:rPr>
              <a:pPr/>
              <a:t>6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16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603C-9C82-40DD-B1F0-966A935A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THANK YOU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9E6CB-C6ED-4309-8E90-F31676F4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4D061-6BCE-4DC4-BB0E-D32F7E84C60A}" type="datetime1">
              <a:rPr lang="en-US" smtClean="0">
                <a:latin typeface="Palatino Linotype" panose="02040502050505030304" pitchFamily="18" charset="0"/>
              </a:rPr>
              <a:t>2/16/2026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FA3FE-9D77-406E-96F6-FC944D1B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Palatino Linotype" panose="02040502050505030304" pitchFamily="18" charset="0"/>
              </a:rPr>
              <a:t>BCS685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DE09C-8510-47AC-BFE5-F1372A81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5E12-F14B-470B-81FE-1C7AF1762DB9}" type="slidenum">
              <a:rPr lang="en-US" smtClean="0">
                <a:latin typeface="Palatino Linotype" panose="02040502050505030304" pitchFamily="18" charset="0"/>
              </a:rPr>
              <a:pPr/>
              <a:t>7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59851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839</TotalTime>
  <Words>170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Palatino Linotype</vt:lpstr>
      <vt:lpstr>Theme1</vt:lpstr>
      <vt:lpstr>PowerPoint Presentation</vt:lpstr>
      <vt:lpstr>Major Project Phase-1 Idea Presentation</vt:lpstr>
      <vt:lpstr>Idea-1</vt:lpstr>
      <vt:lpstr>Idea-2</vt:lpstr>
      <vt:lpstr>Idea-3</vt:lpstr>
      <vt:lpstr>Any Queries?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Vijay Mohan</cp:lastModifiedBy>
  <cp:revision>49</cp:revision>
  <dcterms:created xsi:type="dcterms:W3CDTF">2021-12-10T14:26:24Z</dcterms:created>
  <dcterms:modified xsi:type="dcterms:W3CDTF">2026-02-16T08:20:47Z</dcterms:modified>
</cp:coreProperties>
</file>